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85" r:id="rId36"/>
    <p:sldId id="267" r:id="rId18"/>
    <p:sldId id="268" r:id="rId19"/>
    <p:sldId id="269" r:id="rId20"/>
    <p:sldId id="270" r:id="rId21"/>
    <p:sldId id="284" r:id="rId35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2" r:id="rId33"/>
    <p:sldId id="283" r:id="rId34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17.xml"/><Relationship Id="rId36" Type="http://schemas.openxmlformats.org/officeDocument/2006/relationships/slide" Target="slides/slide12.xml"/><Relationship Id="rId3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【公式解读】π_θ(a_{t:t+H} | o_t, ℓ) 读作：在给定当前观测 o_t 和语言指令 ℓ 的条件下，策略 π（参数为 θ）输出未来 H 步动作块的条件概率分布。</a:t>
            </a:r>
          </a:p>
          <a:p/>
          <a:p>
            <a:r>
              <a:t>【π_θ 是什么】π 是强化学习/机器人学中"策略"（policy）的标准记号，在 VLA 场景下就是整个 VLA 大模型本身（RT-2、π0、GR00T 等）；下标 θ 表示模型全部可学习参数。"学习策略"= 通过模仿学习（行为克隆）调整 θ，使模型输出的动作分布逼近人类演示分布。</a:t>
            </a:r>
          </a:p>
          <a:p/>
          <a:p>
            <a:r>
              <a:t>【关键点：分布而非函数】同一任务往往有多种合理做法（从左绕/从右绕抓杯子都行），演示数据天然是多模态分布，所以模型学的是 P(动作|观测,指令) 这个分布，执行时从中采样。三大流派只是用不同方式表示和采样这同一个分布：流派一（RT）自回归逐 token；流派二（ACT）CVAE 隐变量 z；流派三（π0/GR00T）扩散/流匹配去噪。</a:t>
            </a:r>
          </a:p>
          <a:p/>
          <a:p>
            <a:r>
              <a:t>【为什么输出动作块而非单步】1) 大模型推理慢，一次预测 H 步降低决策频率，支撑高频控制；2) 动作更连贯，避免逐步预测的抖动与复合误差；3) 对演示数据的非马尔可夫性（如停顿）更鲁棒。</a:t>
            </a:r>
          </a:p>
          <a:p/>
          <a:p>
            <a:r>
              <a:t>【一句话总结】π_θ 就是 VLA 模型本身——把"图像+身体状态+语言指令"映射为"未来一小段动作序列概率分布"的大型神经网络。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【完整公式】P(a|o,ℓ) = ∏_{i=1}^{N} P(token_i | token_&lt;i, o, ℓ)——把"整个动作的条件概率"用概率链式法则精确拆解为"逐个动作 token 条件概率的连乘"（是精确分解，不是近似）。</a:t>
            </a:r>
          </a:p>
          <a:p/>
          <a:p>
            <a:r>
              <a:t>【三步理解】1) 动作先离散化：11 维动作每维按范围分 256 个 bin，一个动作变成一串 token；2) 链式法则分解：每一项含义是"看到图像 o、指令 ℓ 和已生成的前几个 token 后，下一个 token 的概率"，token_&lt;i 表示第 i 个之前的所有 token；3) 这与 GPT 的 P(句子)=∏P(词_i|前面的词) 形式完全相同——所以"机器人控制 = 条件语言建模"。</a:t>
            </a:r>
          </a:p>
          <a:p/>
          <a:p>
            <a:r>
              <a:t>【为什么重要】1) 完全复用 LLM 技术栈：同样的交叉熵损失（下一 token 预测）、同样的自回归采样；2) RT-2 把动作 token 直接塞进文本词表（覆盖低频 token），机器人数据与互联网 VQA 数据共同微调，VLM 预训练的语义知识"涌现"式迁移到操作；3) 建模了动作维度间的相关性（token_i 以 token_&lt;i 为条件）。</a:t>
            </a:r>
          </a:p>
          <a:p/>
          <a:p>
            <a:r>
              <a:t>【代价/局限】256 bin 有损量化精度受限；逐 token 串行生成推理慢（RT-1 仅 3Hz）——这正是流派三改用连续动作一次生成整块的动机。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【讲稿要点】ACT 解决模仿学习两大痛点：复合误差（每步小误差滚雪球）→ 用动作分块；演示多模态性（左绕/右绕都对，直接回归会平均成"撞中间"）→ 用 CVAE。</a:t>
            </a:r>
          </a:p>
          <a:p/>
          <a:p>
            <a:r>
              <a:t>【CVAE 直觉】编码器 q(z|a,o)（仅训练时）把每条演示的"风格"（左绕还是右绕、快还是慢）压缩成隐变量 z（一张"风格便签"）；解码器拿观测+便签重建动作。做法差异被分流进 z，网络不再平均多种做法。推理时扔掉编码器、取 z=0（最典型风格），一次前向即可。注意：z=0 是"风格空间的均值"而非"动作空间的平均"，所以不会撞中间。</a:t>
            </a:r>
          </a:p>
          <a:p/>
          <a:p>
            <a:r>
              <a:t>【ELBO 公式解读】max_θ E[log π_θ(a_{t:t+k}|o_t,z)] − β·D_KL(q(z|a,o)‖N(0,I))。第一项重建项：解码器凭 o+z 重建 100 步演示动作（实现为 L1 损失，对演示抖动等离群值更鲁棒）；第二项 KL 正则：强迫 z 分布贴近标准高斯——信息瓶颈防止编码器把动作全塞进 z"作弊"、让 z 空间规整、保证推理时可安全取 z=0。β 权衡两项（ACT 取 β=10）：太小→解码器抄答案，太大→退化成普通回归。</a:t>
            </a:r>
          </a:p>
          <a:p/>
          <a:p>
            <a:r>
              <a:t>【生成机制】输出的不是 token 而是连续关节角序列！解码器用 k=100 个可学习 query 通过 cross-attention 一次前向并行输出全部 100 步（50Hz 执行 = 2 秒）。配合时间集成：每时刻重新预测新块，同一物理时刻的多个重叠预测做加权平均——滚动式闭环、动作平滑。</a:t>
            </a:r>
          </a:p>
          <a:p/>
          <a:p>
            <a:r>
              <a:t>【定位】仅需 50 条演示达 80–90% 成功率，但语言条件弱、任务专用；它是"小而精"的 A 侧代表，动作分块与高频控制思想被 π0/GR00T 全盘吸收。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【流匹配一句话】学习一个"速度场"，把随机噪声沿平滑路径"流动"成真实动作。类比：在动作空间铺设"风场"，训练学风往哪吹；生成时扔一粒沙子（噪声）进去，风把它吹到正确动作的位置。</a:t>
            </a:r>
          </a:p>
          <a:p/>
          <a:p>
            <a:r>
              <a:t>【公式拆解】min_θ E‖v_θ(a^τ,o,ℓ,τ) − (a−ε)‖²，a^τ = τ·a + (1−τ)·ε。a=真实动作块，ε=高斯噪声，τ∈[0,1] 流动时间，a^τ 是噪声与真实动作的直线插值点，(a−ε) 是直线方向向量（真实速度）。训练：采演示+噪声+时间→算插值点→网络预测速度→MSE 回归。网络学的是"路径上任何位置、任何时刻的正确前进方向"，且以图像和语言为条件。</a:t>
            </a:r>
          </a:p>
          <a:p/>
          <a:p>
            <a:r>
              <a:t>【怎么生成动作】推理 = 解 ODE（欧拉法）：从纯噪声 a⁰ 出发，迭代 10 次，每次算 v=v_θ(a^τ,o,ℓ,τ)，走一小步 a^{τ+Δτ}=a^τ+Δτ·v（Δτ=1/10），τ 到 1 时噪声已"流"成符合指令的 50 步连续动作块。</a:t>
            </a:r>
          </a:p>
          <a:p/>
          <a:p>
            <a:r>
              <a:t>【三大优势】1) 对比自回归：连续值无 256-bin 量化损失，50 步并行一次生成支撑 50Hz；2) 对比扩散：扩散走弯曲随机路径需几十上百步，流匹配走直线、训练更稳、10 步够；3) 天然多模态：不同初始噪声流向不同但都合理的动作，不会平均成错误动作。</a:t>
            </a:r>
          </a:p>
          <a:p/>
          <a:p>
            <a:r>
              <a:t>【备答】"10 步怎么定的"→精度与延迟的工程权衡；"与 Flow Matching 论文 OT 路径关系"→π0 用的就是线性插值（rectified flow）路径。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【讲稿框架】NVIDIA 打法不同：不只做模型，做整个生态。三个记忆点：双系统、数据金字塔、全栈生态。</a:t>
            </a:r>
          </a:p>
          <a:p/>
          <a:p>
            <a:r>
              <a:t>【双系统】借 Kahneman《思考，快与慢》：System 2（Eagle-2 VLM，~10Hz）慢思考——场景理解、指令解析、任务推理，"想清楚要做什么"；System 1（Diffusion Transformer 动作头，~120Hz）快执行——流匹配去噪生成连续动作块，"下意识执行"。为什么拆开：大模型推理慢，人形机器人平衡与操作需要高频控制——慢脑规划、快脑执行。</a:t>
            </a:r>
          </a:p>
          <a:p/>
          <a:p>
            <a:r>
              <a:t>【数据金字塔】解决真机数据太贵：塔基=海量网络视频/人类第一视角视频（无动作标签，用潜在动作模型/逆动力学打"伪动作"标签，学世界知识与操作先验）；塔身=仿真合成（Isaac Lab / GR00T-Dreams 世界模型）；塔尖=真实遥操作数据（最少最贵，锚定真实物理）。便宜数据学通识、贵数据对齐现实。</a:t>
            </a:r>
          </a:p>
          <a:p/>
          <a:p>
            <a:r>
              <a:t>【成果与生态】N1 为 2B 开放权重；N1.5 改进 VLM 对齐+FLARE 目标，语言跟随率 46.6%→93.3%（翻倍，解决"听不懂话"）；跨具身靠具身特定投影层。生态：Isaac Lab 仿真、OSMO 训练编排、Jetson Thor 端侧、TensorRT 优化——全栈打通难以复制。</a:t>
            </a:r>
          </a:p>
          <a:p/>
          <a:p>
            <a:r>
              <a:t>【备答】与 π0 本质区别→动作生成机制类似（流匹配），GR00T 显式解耦两系统运行频率、面向人形+数据金字塔+生态；伪动作怎么打→逆动力学从相邻帧反推动作，或无监督潜在动作模型。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【π0.7 与世界模型辨析】π0.7 本质仍是直接的视觉-语言-动作策略模型（direct policy），没有引入世界模型组件；业界评论恰认为它"挑战了世界模型范式"——证明直接图文→动作策略也能涌现推理与技能迁移。真正的世界模型在 GR00T 线：GR00T-Dreams 世界模型 / Cosmos 系列，用于生成仿真轨迹数据（数据金字塔塔身）。π 系列的"自我改进"是 π*0.6 的 RECAP 强化学习，也不是世界模型。</a:t>
            </a:r>
          </a:p>
          <a:p/>
          <a:p>
            <a:r>
              <a:t>【Qwen3-VL 是什么】三层关系：1) Qwen3-VL = 阿里通义千问团队开源的第三代视觉-语言模型家族（Qwen3 版本号 + VL=Vision-Language），当前最强开源 VLM 系列之一；2) Cosmos-Reason2-2B = NVIDIA 以 Qwen3-VL（2B 规模）为骨干架构、用物理世界/具身推理数据继续训练的"物理 AI 推理模型"，强化空间推理、时序理解、思维链，支持任意宽高比图像输入（保留边缘视野，对机器人安全重要）；3) GR00T N1.7 用它替换 N1/N1.5 的 Eagle-2 作为 System 2 慢思考骨干，输出语义嵌入喂给 System 1 的 DiT 动作头。</a:t>
            </a:r>
          </a:p>
          <a:p/>
          <a:p>
            <a:r>
              <a:t>【演讲点睛】这体现 VLA 领域"复用最强开源 VLM 做骨干"的普遍做法：π0 用 Google 的 PaliGemma，GR00T 用阿里的 Qwen3-VL——站在开源巨人肩膀上。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【⑦ 性能测试的三层漏斗】离线指标（验证集算动作 MSE/token 准确率，不动机器人，成本极低但可信度低）→ 仿真基准（LIBERO/SimplerEnv 跑任务统计成功率，成本中等）→ 实机 A/B（真实机器人对比，成本极高但最终裁决）。分层原因：离线指标好 ≠ 实机表现好，而实机太贵太慢，先便宜筛选再实机验证。</a:t>
            </a:r>
          </a:p>
          <a:p/>
          <a:p>
            <a:r>
              <a:t>【实机 A/B 是什么】借自互联网产品的对照实验：模型 A（旧版）与模型 B（新版）在同一台真机、同样任务集下各跑 N 次试验，通常交替/随机排序以消除环境漂移（光照、物体磨损、发热）。对比成功率、完成时间/吞吐量、失败模式；理想情况下现场打分者盲评（不知道跑的是 A 还是 B）；因试验次数少要做统计显著性判断。只有实机 A/B 赢了，新模型才替换上线。失败案例回流 ①补采/④增强 形成数据飞轮。</a:t>
            </a:r>
          </a:p>
          <a:p/>
          <a:p>
            <a:r>
              <a:t>【LIBERO】基于 MuJoCo/robosuite 的桌面操作仿真基准（Franka 单臂+语言任务），130 个任务分四套件考察不同泛化：Spatial（空间布局）、Object（物体）、Goal（任务目标）、Long（长时程）。学术界对比 VLA 的"标准考卷"，OpenVLA/π0 都报告 LIBERO 成功率。</a:t>
            </a:r>
          </a:p>
          <a:p/>
          <a:p>
            <a:r>
              <a:t>【SimplerEnv】解决"为真机训练的模型怎么在仿真评测"：在仿真中高保真复刻 Google Robot、WidowX/BridgeData 真实评测场景，对齐视觉外观与控制动力学，使仿真成功率与真机高度相关——"真机评测的廉价代理"，无需 Google 的机器人也能可复现对比 RT 系/Octo/OpenVLA。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【三种损失 = 三种动作表示下的同一目标】损失函数是"模型输出与正确答案差多远"的尺子，对应第 11 页三大流派：</a:t>
            </a:r>
          </a:p>
          <a:p>
            <a:r>
              <a:t>1) 流匹配 MSE（π0/GR00T）：动作是连续向量，回归问题——预测速度与目标速度 (a−ε) 的平方差取平均，差得越多罚得越重；</a:t>
            </a:r>
          </a:p>
          <a:p>
            <a:r>
              <a:t>2) Token 交叉熵（RT 系/π0-FAST）：动作离散化为 token，分类问题——从 256 个候选里选正确的，损失=−log P(正确 token)，与 GPT 训练完全相同（复用 LLM 训练栈的原因）；</a:t>
            </a:r>
          </a:p>
          <a:p>
            <a:r>
              <a:t>3) ACT 的 L1 重建 + KL：CVAE 两项损失——L1=|预测−真实| 绝对值（对演示抖动等离群点不敏感，动作更锐利不过度平均）；KL 正则约束隐变量 z 的分布贴近 N(0,I)（防止编码器作弊塞信息、保证推理时可直接取 z=0/从先验采样）。</a:t>
            </a:r>
          </a:p>
          <a:p/>
          <a:p>
            <a:r>
              <a:t>【norm stats = 归一化统计量】对动作/状态做归一化用的数据集统计量（每维均值/标准差或分位数）。为什么需要：各维度量纲差异大（关节角 ±3.14 弧度 vs 位移 ±0.05 米 vs 夹爪 0/1），不归一化则大数值维度主导损失；流匹配还要求动作与 N(0,1) 噪声同尺度。训练前 (x−mean)/std，推理时用同一组统计量反归一化回物理量，随 checkpoint 一起保存。</a:t>
            </a:r>
          </a:p>
          <a:p/>
          <a:p>
            <a:r>
              <a:t>【为什么换平台必须重算】norm stats 绑定特定机器人的动作范围；沿用旧统计量会使归一化分布偏离模型预期，更危险的是反归一化输出错误物理量——可能生成超出安全范围的关节指令，轻则失败重则撞坏机器人。这是 VLA 微调最常见的坑。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EMBODIED INTELLIGENCE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大模型技术分享报告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BFDBFE"/>
                </a:solidFill>
                <a:latin typeface="Noto Sans CJK SC"/>
                <a:ea typeface="Noto Sans CJK SC"/>
              </a:rPr>
              <a:t>视觉-语言-动作模型：发展轨迹、技术路线与训练部署实践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515600" cy="822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Noto Sans CJK SC"/>
                <a:ea typeface="Noto Sans CJK SC"/>
              </a:rPr>
              <a:t>解析对象：ACT / act-plus-plus（Mobile ALOHA） · NVIDIA Isaac-GR00T N1 · Physical Intelligence openpi（π0）· Google robotics_transformer（RT-1 / RT-2）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  发展背景与意义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  与传统控制对比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6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  技术路线与理论框架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3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04  训练部署全流程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05  发展趋势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Noto Sans CJK SC"/>
                <a:ea typeface="Noto Sans CJK SC"/>
              </a:rPr>
              <a:t>具身智能技术组 ·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CONTENTS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目 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16152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发展背景、轨迹与意义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从深度学习到基础模型：VLA 的诞生逻辑、发展脉络与核心优势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9424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与传统视觉机器人控制对比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感知-规划-控制流水线 vs 端到端 VLA：架构、泛化与工程差异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00984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82696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大模型技术路线与理论框架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RT-1/RT-2、ACT、π0、GR00T N1 四条代表性路线的架构与理论剖析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15968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模型训练部署全流程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数据采集→清洗→转换→增强→训练→部署→性能测试完整流水线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67527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67527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49239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发展趋势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数据、模型、推理、评测与生态五个维度的未来演进方向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发展背景、轨迹与意义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Vision-Language-Action：机器人学习从专用小模型走向通用基础模型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发展背景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为什么会出现：三股技术洪流的交汇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566928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大模型能力外溢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LLM/VLM（GPT、PaLM、Gemini、LLaMA）展现出强大的开放世界语义理解与常识推理能力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视觉-语言预训练（CLIP、PaLI、SigLIP）打通了图像与文本的统一表征空间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自然的问题：能否让互联网级知识“长出手脚”，直接输出机器人动作？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机器人学习的数据瓶颈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传统强化学习/模仿学习任务专用、数据昂贵，换任务/换场景即失效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遥操作数据采集成本高（ALOHA 将双臂遥操作硬件降至 ~2 万美元量级）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Open X-Embodiment 等跨机器人数据集汇聚 100 万+ 轨迹，规模法则开始在机器人领域生效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5669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硬件与算力成熟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端侧算力（Jetson Orin/Thor）足以承载十亿至几十亿参数模型实时推理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灵巧硬件（双臂、人形、灵巧手）快速降价，具身平台多样化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仿真（Isaac Lab、MuJoCo）+ 合成数据管线可低成本放大真实数据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23560"/>
            <a:ext cx="1124712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8136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核心命题：VLA = 视觉（Vision）+ 语言（Language）→ 动作（Action）。用一个统一的大模型，接收图像观测与自然语言指令，直接生成机器人控制动作，实现“看得懂、听得懂、做得到”。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发展轨迹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技术演进时间线（2022–2026）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24712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2103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Google robotics_transformer：首个大规模真实机器人 Transformer 策略，13 万条轨迹 / 700+ 任务，动作离散化为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13432" y="1618488"/>
            <a:ext cx="27432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2023.04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648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92224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891B2"/>
                </a:solidFill>
                <a:latin typeface="Noto Sans CJK SC"/>
                <a:ea typeface="Noto Sans CJK SC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Stanford ALOHA / act-plus-plus：CVAE + Transformer 动作分块（Action Chunking），低成本双臂精细操作里程碑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2023.07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3552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“VLA”概念正式提出：VLM（PaLI-X/PaLM-E）直接微调输出动作 token，互联网知识迁移到操作，涌现语义泛化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76088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2024.01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18304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Mobile ALOHA
&amp; OXE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act-plus-plus 扩展到移动操作；Open X-Embodiment 聚合 22 种机器人数据，RT-X 验证跨具身正迁移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6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2024.10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π0 (openpi)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Intelligence：VLM 骨干（PaliGemma）+ Flow Matching 动作专家，连续高频（50Hz）灵巧控制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4438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2025.03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1753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GR00T N1/N1.5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3582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NVIDIA 开源人形机器人基础模型：双系统架构（VLM 慢思考 + DiT 快执行），数据金字塔训练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111556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演进主线：动作离散 token（RT-1/RT-2）→ 动作分块生成（ACT）→ 扩散/流匹配连续动作（π0、GR00T）；单一具身 → 跨具身、跨任务通用基础模型。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62288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20072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2025.11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4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π*0.6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Intelligence：RECAP 三阶段训练（示范→纠正→自主 RL），从自身经验学习，吞吐量翻倍、失败率减半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43616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20140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07040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80192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π0.7 &amp;
GR00T N1.7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π0.7 可组合泛化+多模态提示，零样本跨具身；N1.7 换 Cosmos-Reason2 骨干，3.2 万小时人类视频，Apache 2.0 商用开源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意义与核心优势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的战略意义、四大核心优势与当前不足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战略意义：VLA 把机器人控制从“针对每个任务写程序/训小模型”转变为“训练一次基础模型 + 少量微调适配”，是具身智能的 GPT 时刻的候选路径。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1：语义泛化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继承 VLM 的互联网知识：能理解“把濒危动物玩偶递给我”这类训练集中从未出现的组合概念（RT-2 涌现能力评测泛化成功率约 2× RT-1）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2：端到端简化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感知、语义理解、决策、控制统一在一个网络中优化，消除模块间接口误差累积；ACT 证明端到端可完成插接、开盖等毫米级精细操作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3：跨具身与规模效应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同一架构可吸收多机器人、多形态数据（OXE/GR00T 数据金字塔），数据越多能力越强，呈现类似 LLM 的 Scaling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4：自然语言交互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任务以自然语言下达，无需重新编程；支持指令组合、多步任务分解，与上层 LLM 规划器（如 SayCan、GR00T System 2）无缝衔接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925312"/>
            <a:ext cx="11247120" cy="4754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925312"/>
            <a:ext cx="10881360" cy="47548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65F46"/>
                </a:solidFill>
                <a:latin typeface="Noto Sans CJK SC"/>
                <a:ea typeface="Noto Sans CJK SC"/>
              </a:rPr>
              <a:t>一句话总结：VLA 让机器人第一次拥有“通用先验”——先看懂世界、听懂人话，再学会动手，而不是从零学每一个动作。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16552"/>
            <a:ext cx="11292840" cy="138988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57200" y="4416552"/>
            <a:ext cx="128016" cy="13898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6227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45309"/>
                </a:solidFill>
                <a:latin typeface="Noto Sans CJK SC"/>
              </a:rPr>
              <a:t>当前阶段的主要不足（与四大优势相对照）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73168"/>
            <a:ext cx="10835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数据仍稀缺昂贵：OXE 百万级轨迹 vs LLM 万亿级 token，相差 5–6 个数量级；遥操作采集人力密集，仿真存在 sim-to-real gap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物理泛化脆弱：换光照/视角/物体位置易失败，真实成功率约 50%–90%，距工业级 99.9%+ 仍有巨大差距；长时序任务成功率随步骤衰减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端到端黑箱：失败难定位（感知/理解/控制），缺乏形式化安全保证，幻觉问题从 LLM 继承，人机共处场景是硬伤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推理延迟与模态缺失：十亿级参数推理频率 vs 高频控制需求矛盾（π0 50Hz、GR00T 双系统均为折中）；触觉/力觉缺失，接触密集任务能力有限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工程化不成熟：评测基准不统一、结果不可横向比较；失败恢复与持续学习尚在早期（π*0.6 RECAP 正在探索）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与传统视觉机器人控制对比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模块化流水线 vs 端到端 VLA：范式差异与工程权衡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架构对比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两种范式的信息流对比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467"/>
                </a:solidFill>
                <a:latin typeface="Noto Sans CJK SC"/>
                <a:ea typeface="Noto Sans CJK SC"/>
              </a:rPr>
              <a:t>传统视觉机器人控制（模块化流水线）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相机标定
图像采集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目标检测
位姿估计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任务规划
(状态机)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5916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59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运动规划
(MoveIt/RRT)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90887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轨迹跟踪
(PID/MPC)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特点：每个模块独立设计、独立调参；接口为人工定义的中间表示（位姿、轨迹点）；误差逐级累积，语义理解能力有限。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VLA 端到端范式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10312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多视角图像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语言指令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本体状态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5176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49039"/>
            <a:ext cx="4937760" cy="13716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VLA 大模型</a:t>
            </a:r>
          </a:p>
          <a:p>
            <a:pPr algn="ctr"/>
            <a:r>
              <a:rPr sz="1200" b="0">
                <a:solidFill>
                  <a:srgbClr val="BFDBFE"/>
                </a:solidFill>
                <a:latin typeface="Noto Sans CJK SC"/>
                <a:ea typeface="Noto Sans CJK SC"/>
              </a:rPr>
              <a:t>VLM 骨干（视觉/语言统一编码）+ 动作生成头</a:t>
            </a:r>
          </a:p>
          <a:p>
            <a:pPr algn="ctr"/>
            <a:r>
              <a:rPr sz="1100" b="0">
                <a:solidFill>
                  <a:srgbClr val="BFDBFE"/>
                </a:solidFill>
                <a:latin typeface="Noto Sans CJK SC"/>
                <a:ea typeface="Noto Sans CJK SC"/>
              </a:rPr>
              <a:t>(自回归 token / 扩散 / 流匹配)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2960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3749039"/>
            <a:ext cx="29260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059669"/>
                </a:solidFill>
                <a:latin typeface="Noto Sans CJK SC"/>
                <a:ea typeface="Noto Sans CJK SC"/>
              </a:rPr>
              <a:t>动作块 / 动作序列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关节角、EEF 位姿、夹爪、底盘 (5–50Hz)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特点：像素与文本直接映射到动作；语义、几何、动力学知识隐式融合在同一组权重中；靠数据与算力换取通用性。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6583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81360" cy="65836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本质区别：传统方法“人来分解问题，机器执行”；VLA “机器从数据里学会分解问题”。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逐项对比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传统视觉控制 vs VLA：八个维度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50749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对比维度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传统视觉机器人控制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VLA 大模型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系统架构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感知→规划→控制串行模块，人工定义接口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单一神经网络端到端，图像+语言→动作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任务定义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编程/示教器/状态机，改任务需重新开发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自然语言指令，零/少样本切换任务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泛化能力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限于标定场景与已建模物体，光照/位置变化敏感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对新物体、新指令、新场景有语义级泛化（RT-2 涌现评测约 2× RT-1）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误差特性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各模块误差累积（标定误差+检测误差+规划误差）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整体优化无接口误差，但存在分布外失效、可解释性差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数据/知识来源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人工建模 + CAD + 手工特征/专用检测模型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互联网图文预训练 + 大规模遥操作/仿真轨迹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开发成本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单任务开发周期长，专家依赖强；运行算力低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预训练成本高，但下游适配仅需数十~数百条演示（π0/GR00T 微调）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实时性/确定性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毫秒级确定性控制，易做安全认证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10–50Hz 推理，需动作分块/蒸馏/量化优化；确定性与安全认证是挑战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典型代表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手眼标定+抓取位姿检测（GPD）+MoveIt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RT-1/RT-2、ACT、π0、GR00T N1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97880"/>
            <a:ext cx="11384280" cy="56692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Noto Sans CJK SC"/>
                <a:ea typeface="Noto Sans CJK SC"/>
              </a:rPr>
              <a:t>务实结论：两者并非取代关系——工业高精度重复场景传统方法仍占优；开放环境、长尾任务、人机交互场景 VLA 优势显著，混合架构（VLA 决策 + 传统底层控制器执行）是当前工程主流。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大模型技术路线与理论框架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四条代表性路线：RT 系列 · ACT · π0 · GR00T 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理论框架总览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的统一数学形式与三大技术流派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0515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统一形式化：学习策略  π_θ ( a_{t:t+H} | o_t , ℓ )</a:t>
            </a:r>
          </a:p>
          <a:p>
            <a:pPr algn="ctr"/>
            <a:r>
              <a:rPr sz="1250" b="0">
                <a:solidFill>
                  <a:srgbClr val="BFDBFE"/>
                </a:solidFill>
                <a:latin typeface="Noto Sans CJK SC"/>
                <a:ea typeface="Noto Sans CJK SC"/>
              </a:rPr>
              <a:t>o_t：多视角图像 + 本体感知状态；ℓ：自然语言指令；a_{t:t+H}：未来 H 步动作块（action chunk）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3657600" cy="77724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流派一：自回归离散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把连续动作按维度分箱离散化为 256 个 bin 的 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动作预测 = 下一个 token 预测，完全复用 LLM 训练/推理栈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代表：RT-1（专用 Transformer）、RT-2（VLM 共同微调）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优点：与 VLM 天然统一；缺点：精度受分箱限制、推理慢（逐 token）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657600" cy="7772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流派二：生成式建模（CVAE）+ 动作分块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CVAE 编码演示动作的多模态分布，隐变量 z 捕捉风格差异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一次预测 k 步动作块 + 时间集成（temporal ensembling）平滑执行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代表：ACT / act-plus-plus（ALOHA、Mobile ALOHA）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优点：高频精细控制、训练轻量；缺点：单任务为主、语言条件弱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657600" cy="7772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流派三：扩散 / 流匹配连续动作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以扩散模型或 Flow Matching 建模连续动作分布，迭代去噪生成动作块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VLM 骨干提供语义条件，动作专家网络负责生成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代表：π0 / openpi（Flow Matching）、GR00T N1（Diffusion Transformer）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优点：连续高精度、多模态分布、50Hz 高频；缺点：多步去噪需推理优化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一体化架构总览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通用 VLA 一体化模型架构图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37640" y="987552"/>
            <a:ext cx="8916416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图：通用 VLA 一体化模型架构（来源：reports/VLA一体化模型架构图.png）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12</a:t>
            </a:r>
          </a:p>
        </p:txBody>
      </p:sp>
      <p:pic>
        <p:nvPicPr>
          <p:cNvPr id="11" name="Picture 10" descr="VLA一体化模型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8" y="1097280"/>
            <a:ext cx="869696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路线一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robotics_transformer：RT-1 / RT-2（Google DeepMind）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路线定位：动作 Token 化 + 自回归 Transformer——把机器人控制变成“语言建模”问题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6 帧历史图像
300×300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EfficientNet-B3
+FiLM 语言调制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TokenLearner
81→8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Decoder-only
Transformer (35M)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11 维动作
每维 256-bin 离散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RT-1（2022）要点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数据：13 个机器人 17 个月采集 13 万条轨迹、700+ 任务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动作空间：手臂 7 维 + 底盘 3 维 + 模式 1 维，全部离散化为 token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3Hz 闭环推理；已见任务成功率 97%，新任务泛化明显强于此前基线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意义：首次证明“大数据 + Transformer”在真实机器人上的规模收益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RT-2（2023）要点：VLA 概念的提出者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骨干：PaLI-X (55B) / PaLM-E (12B) 视觉语言模型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关键做法：动作 token 直接复用文本词表（如覆盖低频 token），机器人数据与互联网 VQA 数据共同微调（co-fine-tuning）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涌现能力：符号理解、推理链、人类识别等未训练技能迁移到操作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泛化评测成功率约为 RT-1 的 2 倍；证明 VLM 预训练知识可直接转化为操作能力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理论内核：P(a|o,ℓ) 分解为自回归 token 概率乘积 ∏ P(token_i | token_&lt;i, o, ℓ)——机器人控制 = 条件语言建模。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路线二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act-plus-plus：ACT 动作分块 Transformer（Stanford ALOHA）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路线定位：CVAE 生成式模仿学习 + 动作分块——低成本硬件上的毫米级精细双臂操作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4 相机 RGB
+ 关节状态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ResNet-18 ×4
视觉特征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CVAE 编码器
(仅训练时) → 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Transformer
编码-解码器 (~80M)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动作块 k=100
关节角序列 @50Hz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动作分块（Action Chunking）：一次预测未来 k=100 步动作，将有效决策频率降低 100 倍，显著缓解模仿学习的复合误差（compounding error）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时间集成（Temporal Ensembling）：对同一时刻的多次重叠预测加权平均，保证动作平滑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CVAE：隐变量 z 建模人类演示的多模态性；推理时 z=0 取均值策略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工程与成果（act-plus-plus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仅需 50 条演示即可学会插线、开盖、装配等精细任务，成功率 80–90%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Mobile ALOHA：扩展底盘动作维度，实现炒菜、擦桌、乘电梯等移动操作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仓库含 ACT / Diffusion Policy / VINN 三种策略实现与仿真环境（MuJoCo）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局限：语言条件能力弱（任务专用），是“小而精”的 A（动作）侧代表，为大 VLA 提供动作分块与高频控制的关键组件思想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理论内核：max_θ E[ log π_θ(a_{t:t+k} | o_t, z) ] − β·D_KL( q(z|a,o) ‖ N(0,I) ) —— CVAE 证据下界 + 分块降低误差累积。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路线三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openpi：π0 / π0-FAST / π0.5 / π*0.6 / π0.7（Physical Intelligence）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路线定位：VLM 骨干 + Flow Matching 动作专家——通用机器人基础模型的开源标杆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多视角图像
+ 语言 + 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PaliGemma VLM
(3B, SigLIP+Gemma)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动作专家 (300M)
分离权重/共享注意力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Flow Matching
10 步去噪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50 步动作块
50Hz 连续控制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Flow Matching（流匹配）：学习速度场 v_θ，把高斯噪声连续“流动”到专家动作，比扩散更少步数、训练更稳定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MoE 式结构：VLM 处理图文 token，动作专家处理状态/动作 token，两者通过共享自注意力交互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π0-FAST：用 DCT 频域压缩把动作序列高效 token 化，走自回归路线，训练提速 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工程与成果（openpi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预训练：10,000+ 小时、7 种机器人平台、68 类任务的自有+OXE 混合数据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开源 π0/π0.5 基座与 DROID/ALOHA/LIBERO 微调 checkpoint，提供 JAX/PyTorch 双实现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叠衣服、清桌面、组装纸箱等长时程灵巧任务达到 SOTA；π0.5 强化开放世界泛化（进入陌生家庭做清洁）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微调门槛：1–20 小时数据即可适配新任务；LoRA 微调单卡 A100 可行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理论内核：min_θ E‖ v_θ(a^τ, o, ℓ, τ) − (a − ε) ‖² ，a^τ = τ·a + (1−τ)·ε —— 条件流匹配损失，一次生成整段连续动作块。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路线四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Isaac-GR00T：GR00T N1 / N1.5 / N1.7（NVIDIA）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路线定位：双系统认知架构 + 数据金字塔——面向人形机器人的开放基础模型与全栈生态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19456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输入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多视角图像/语言/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本体状态(跨具身投影)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1600200"/>
            <a:ext cx="3931920" cy="1371600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2 · 慢思考（~10Hz）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Eagle-2 VLM（SmolLM2 + SigLIP-2）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场景理解、指令解析、任务推理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1600200"/>
            <a:ext cx="3931920" cy="13716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1 · 快执行（~120Hz）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Diffusion Transformer 动作头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流匹配去噪生成连续动作块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数据金字塔（Data Pyramid）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塔基：海量网络视频与人类第一视角数据（学习世界知识与操作先验，用潜在动作/逆动力学标注伪动作）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塔身：仿真合成数据（Isaac Lab / GR00T-Dreams 世界模型生成轨迹）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塔尖：真实机器人遥操作数据（最贵最少，锚定真实动力学）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工程与成果（Isaac-GR00T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N1 为 2B 级开放权重模型；N1.5 改进 VLM 对齐与 FLARE 目标，语言跟随率 46.6%→93.3%（GR-1 类人形评测）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跨具身支持：GR-1/G1 人形、单臂/双臂等，通过具身特定投影层 + 新具身微调接入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全栈生态：Isaac Lab 仿真、OSMO 训练编排、Jetson Thor 端侧部署、TensorRT 推理优化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理论内核：Kahneman 双系统认知（System1 直觉快 / System2 推理慢）× 流匹配动作生成 × 异构数据统一训练。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最新进展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2025–2026 前沿更新：π*0.6 · π0.7 · GR00T N1.7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1615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π*0.6（2025.11 · Physical Intelligence）— VLA 从自身经验中学习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RECAP 三阶段训练：专家示范（模仿）→ 人工实时纠正（教练式干预）→ 自主 RL 练习（价值函数标注正/负样本，无需动作对数概率）。叠衣、意式咖啡、纸箱组装等困难任务吞吐量提升 2 倍以上、失败率约减半，可连续自主运行 13 小时+ —— 标志 VLA 从纯模仿学习迈入自我改进阶段（"RL is back"）。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118872" cy="1417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7063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π0.7（2026 · Physical Intelligence）— 可组合泛化与可控提示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把已学技能像语言模型组合概念一样"混搭"解决从未训练过的新任务（少量数据即可操作新厨电并完成烹饪）；支持多模态可控提示：自然语言 + 视觉子目标图像 + 任务元数据（速度/风格约束）；零样本跨具身迁移到未见过的硬件平台执行叠衣等任务；50Hz 实时控制，单一通用模型达到或超越专用微调模型水平。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5196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887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2511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GR00T N1.7（2026 · NVIDIA）— 骨干升级与完全商用开源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骨干升级为 Cosmos-Reason2-2B（Qwen3-VL）+ Diffusion Transformer 动作头，延续双系统架构；预训练数据跃升至 3.2 万小时真实人类第一视角视频 + 8 千小时仿真；实现指尖级灵巧、接触密集小件装配与双臂协同（Unitree G1、AGIBot Genie 实测）；首次以 Apache 2.0 + 商用许可完全开放权重与代码，完善 ONNX/TensorRT 部署链路，FANUC、ABB、LG 等厂商已开始采用。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70448"/>
            <a:ext cx="11155680" cy="56692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88873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共同趋势：基础模型底座之上，前沿正转向经验强化学习（RECAP）、技能组合泛化（π0.7）与开放商用生态（N1.7）——与 PART 05 五大趋势相互印证。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横向对比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四大代表模型关键参数一览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14600"/>
                <a:gridCol w="2468880"/>
                <a:gridCol w="2560320"/>
                <a:gridCol w="25603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RT-1 / RT-2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ACT (act-plus-plus)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π0 (openpi)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GR00T N1/N1.5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机构/时间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Google DeepMind
2022 / 2023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Stanford
2023 / 2024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Physical Intelligence
2024–2025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NVIDIA
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模型规模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35M / 12B–55B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~80M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3B + 300M 动作专家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~2B（VLM+DiT）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视觉/语言骨干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EfficientNet+USE /
PaLI-X·PaLM-E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ResNet-18（无语言骨干）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PaliGemma (SigLIP+Gemma)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Eagle-2 (SigLIP-2+SmolLM2)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动作生成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离散 token 自回归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CVAE + 动作块回归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Flow Matching 连续动作块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DiT 流匹配去噪动作块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控制频率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 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Hz（块内）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 50 步）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~120 Hz（System1）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训练数据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13 万轨迹 / 700 任务；
RT-2 加网络图文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每任务 ~50 条人工演示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 万+ 小时自有 + OXE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真实+仿真+人类视频
数据金字塔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定位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验证规模化与语义涌现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低成本精细双臂操作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通用操作基础模型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人形机器人基础模型+生态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模型训练部署全流程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数据采集 → 清洗 → 转换 → 增强 → 训练 → 部署 → 性能测试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总体流程图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从数据到落地的七阶段流水线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遥操作/仿真/视频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8308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0824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质检·去重·过滤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3864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21608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统一格式 LeRobot/RLDS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84648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22392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视觉/动作/合成放大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85432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23176" y="1463040"/>
            <a:ext cx="1481328" cy="11430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⑤ 模型训练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预训练→后训练微调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86216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⑥ 模型部署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量化·推理服务·端侧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24744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⑦ 性能测试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仿真/实机评测迭代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34640"/>
            <a:ext cx="11567160" cy="502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⟲ 数据飞轮闭环：⑦ 测试中发现的失败案例回流到 ① 定向补采 / ④ 定向增强，持续迭代（π0、GR00T 均采用此闭环）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3520440"/>
          <a:ext cx="11567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715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阶段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关键活动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典型工具/实践（四个开源项目中的对应）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①–④ 数据工程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占整体工作量 60% 以上；决定模型上限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ALOHA 遥操作、Isaac Lab 仿真、GR00T-Dreams 合成、LeRobot/RLDS 数据格式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⑤ 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两阶段：跨具身预训练 + 目标平台后训练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train 脚本（JAX/PyTorch, FSDP）、Isaac-GR00T gr00t_finetune（LoRA/全参）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⑥ 部署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策略服务器-客户端解耦，端侧优化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serve_policy + websocket 客户端；GR00T TensorRT/Jetson 部署脚本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⑦ 测试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离线指标 + 仿真基准 + 实机 A/B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LIBERO/SimplerEnv 基准、act-plus-plus 仿真评测、真实成功率统计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数据工程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数据采集 → 清洗 → 转换 → 增强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4572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遥操作：ALOHA 双臂关节映射、VR 手柄、外骨骼；同步录制多视角 RGB(-D)、关节状态、动作、语言标注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仿真采集：Isaac Lab / MuJoCo 脚本化专家 + 域随机化批量生成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非机器人数据：人类第一视角视频、网络图文（塔基数据）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规范：统一坐标系与单位、时间戳硬同步、每条轨迹附任务指令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5720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剔除失败/中断/超时轨迹（或保留并标注用于失败感知训练）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过滤传感器异常：丢帧、图像过曝/遮挡、关节读数跳变（速度/加速度阈值检测）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去重与均衡：近重复轨迹去重，任务/物体/场景分布重采样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语言标注质检：指令-行为一致性抽检，LLM 辅助重写多样化指令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557784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统一 schema：observation(images/state) + action + language + episode 元数据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目标格式：LeRobot Dataset（GR00T N1.5 / openpi 支持）、RLDS/TFDS（RT-X/OXE）、HDF5（act-plus-plus）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动作空间对齐：关节角 vs EEF 位姿、绝对 vs 增量、归一化统计量（mean/std 或 quantile）落盘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跨具身映射：GR00T 具身投影头 / π0 动作维度 padding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577840" cy="4572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视觉增强：随机裁剪、颜色抖动、亮度对比度、相机 jitter（RT-1/ACT 常规配置）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仿真域随机化：纹理、光照、物体位姿、动力学参数随机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合成放大：GR00T-Dreams 世界模型由少量真实轨迹生成大量新场景轨迹；DexMimicGen 自动扩增装配演示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语言增强：同义指令改写、多语言指令，提高指令鲁棒性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模型训练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两阶段训练：跨具身预训练 + 目标平台后训练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VLM 初始化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PaliGemma / Eagle-2
加载图文预训练权重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815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跨具身预训练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混合数据（OXE/自有/仿真）
大 batch、多机 FSDP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34440"/>
            <a:ext cx="2606040" cy="11887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后训练/微调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目标机器人 1–100 小时数据
全参 or LoRA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251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72600" y="1234440"/>
            <a:ext cx="26060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验证与选型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离线 loss/MSE + 仿真成功率
checkpoint 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557784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关键训练配置（以 openpi / GR00T 为参照）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损失函数：流匹配 MSE（π0/GR00T）或 token 交叉熵（RT 系/π0-FAST）；ACT 为 L1 重建 + KL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归一化：动作/状态按数据集统计量归一化，微调新平台必须重新计算 norm stats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冻结策略：小数据微调可冻结 VLM 只训动作专家/投影层；数据充足全参微调效果更佳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算力参考：π0 LoRA 微调单卡 A100/4090(量化) 可行，全参需多卡 80GB；GR00T N1.5 微调支持单节点多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48640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工程要点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数据加载是瓶颈：视频解码/图像预处理放 GPU 或 DALI，多进程 prefetch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混合比例调度：真实:仿真:视频数据配比是关键超参（GR00T 数据金字塔按阶段调整）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训练监控：除 loss 外必须跟踪动作 MSE 分维度曲线与验证集 rollout 视频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复现基线：先在 LIBERO/ALOHA-sim 等公开基准复现官方结果，再引入自有数据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经验法则：预训练决定“会不会”，后训练决定“好不好”；微调数据质量 &gt; 数量，50 条高质量演示常胜过 500 条噪声演示。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模型部署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从 checkpoint 到机器人：推理服务与端侧优化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17373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推理侧（GPU 服务器 / Jetson）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策略服务器 serve_policy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模型加载 + 预处理 + 去噪推理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WebSocket / gRPC 接口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192024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81328"/>
            <a:ext cx="685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467"/>
                </a:solidFill>
                <a:latin typeface="Noto Sans CJK SC"/>
                <a:ea typeface="Noto Sans CJK SC"/>
              </a:rPr>
              <a:t>obs↑ act↓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91840" cy="1737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机器人侧（实时控制机）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客户端：采集观测→请求动作块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动作队列 + 时间集成平滑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底层关节控制器 (100Hz–1kHz)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08392" y="1920240"/>
            <a:ext cx="457200" cy="32004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234440"/>
            <a:ext cx="3474720" cy="1737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安全层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关节限位/速度/力矩钳制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工作空间围栏 + 急停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异常检测（动作跳变、置信度）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推理优化手段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量化：FP16/BF16 → INT8/FP8（TensorRT）；π0 支持 4090 级消费卡推理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减少去噪步数：流匹配 10 步内收敛；蒸馏到更少步或一步生成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动作分块摊销：一次推理输出 50 步动作，网络 2–5Hz 调用即可支撑 50Hz 控制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KV cache / 图优化：VLM 前缀缓存，CUDA Graph 固化推理图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部署形态选择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云/边服务器 + 局域网：开发迭代快，注意网络抖动（openpi 默认形态）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端侧一体化：Jetson AGX Orin/Thor 承载 GR00T N1，离线可用、延迟确定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混合：System2 云端大模型规划 + System1 端侧高频执行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版本管理：模型+norm stats+预处理配置整体打包，灰度发布可回滚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延迟预算示例（50Hz 控制）：图像采集 5ms + 传输 5ms + 推理 60ms（摊销到 50 步 ≈ 1.2ms/步）+ 控制器 1ms —— 动作分块是实时性的关键。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性能测试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三级评测体系：离线指标 → 仿真基准 → 实机验证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7315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L1 离线评测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分钟级 · 每次训练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 MSE / L1（分维度）、token 准确率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验证集 rollout 可视化对比人类演示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作用：快速筛掉明显失败的 checkpoint，但离线指标与真实成功率相关性有限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7315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L2 仿真基准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小时级 · 每个候选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LIBERO（openpi 提供微调基线）、SimplerEnv、RoboCasa、act-plus-plus 内置双臂仿真任务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批量并行 rollout 统计成功率、SPL、平均完成时间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域随机化下的鲁棒性扫描（光照/位姿/干扰物）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L3 实机测试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天级 · 上线前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标准化评测协议：固定任务集 × N 次重复（≥10）× 多初始条件，盲测 A/B 对比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指标：成功率、子任务完成率、干预次数/小时、执行时长、碰撞/安全事件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失败归因分析 → 回流数据飞轮定向补采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测试要点：① 仿真高分 ≠ 实机可用，sim-to-real gap 必须用 L3 校准；② 评测集与训练集严格隔离（新物体/新位置/新指令三档泛化）；③ 报告置信区间而非单次成功率；④ 长尾失败案例库是最宝贵的资产。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发展趋势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走向何方：数据、模型、推理、评测与生态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五大趋势展望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数据：从遥操作走向“万物皆数据”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人类视频学习（GR00T 塔基）、世界模型合成数据（GR00T-Dreams、Cosmos）、自主采集与 RL 自我改进（π0.5 + RL）将大幅摊薄真实遥操作成本；数据配比与质量评估成为核心 know-how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模型：分层双系统 + 更强推理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System2（VLM/LLM 推理规划）+ System1（高频动作专家）成为共识架构；链式思维（ECoT）、世界模型预测（V-JEPA 类）注入策略；模型规模在 2B–10B 区间寻找端侧最优点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动作生成：流匹配成为主流，走向实时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从离散 token → 扩散 → 流匹配的收敛趋势明显（π0、GR00T 均选择 FM）；蒸馏/一步生成、异步推理（Real-Time Chunking）解决高频实时性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评测与安全：从 demo 走向标准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统一基准（LIBERO、SimplerEnv、RoboArena 类实机联评）与第三方评测兴起；可解释性、失效预测、安全认证成为商用前置条件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生态：开源基座 + 垂直微调的产业格局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openpi、GR00T、LeRobot 形成“机器人界的 LLaMA 生态”；上游卖基座与算力（NVIDIA 全栈），中游做具身平台适配，下游做场景微调与数据服务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发展趋势总览图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0261" y="987552"/>
            <a:ext cx="5511172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LA发展趋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989" y="1097280"/>
            <a:ext cx="529171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图：VLA 发展趋势总览（来源：reports/VLA发展趋势.png）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行业洞察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WAIC 具身智能圆桌论坛纪要：三道物理墙与产业路线之争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三道物理墙：具身智能规模化的核心阻碍（全场共识）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数据墙：真机交互数据成本高、无法批量爬取；表征墙：机型数据不互通、缺少通用物理表征、跨设备泛化差；闭环墙：实体试错成本高、反馈慢、数据飞轮难以快速迭代——无法复刻 LLM 的 scaling 路径，需以世界模型仿真 + 多机集群采集 + 数据回流闭环统一破局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数据获取路径：单一来源不足，多类数据混合成共识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 主打规模化真机采集；佐治亚理工押注人类第一视角 Egocentric 数据（对齐方案尚无标准）；Genesis 用仿生手套低成本采集；Dyna 采用三层金字塔（互联网视频打底 + 真机数据 + 产线失败回流，20 万小时预训练、新任务 1–2 小时微调）；清华主张互联网视频预训练专属具身基座——真实部署回流的失败样本价值最高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模型架构路线：VLA 与世界模型不对立，长期走向融合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PI：VLA+世界模型融合，生成未来画面提升长程规划；Dyna：WAM 世界动作模型主导高频操作、规划模型负责长周期任务；腾讯：认知规划/感知动作/电机控制三层 Agent 架构；智元：VLA 与世界模型同步迭代，终局为 WRAM + 分布式真机强化学习；评判标准归结为数据学习能力、跨场景泛化与推理速度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79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企业路线选择：全栈自研 vs 纯 AI 大脑，无优劣之分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智元走全栈自研（硬件限制模型上限，自研可优化端云协同与量产成本）；PI/腾讯走纯算法路线（先用通用机械臂搭数据底座、避开硬件重资产赛道）；Sunday 折中（低成本夹爪 + 少量硬件实现大部分操作，当前瓶颈在上层 AI 模型而非硬件手爪）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1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对本报告的启示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论坛结论与前述五大趋势互相印证：数据金字塔与回流闭环（对应趋势①）、分层双系统与世界模型融合（对应趋势②）、统一评测标准缺失（对应趋势④）仍是 VLA 走向规模化落地必须跨越的门槛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 · 内容整合自：具身智能会议.png / 具身智能会议2.png / 具身智能会议3.png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SUMMARY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总结与讨论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1. 范式确立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已从概念（RT-2, 2023）走到可用开源基座（π0、GR00T N1, 2024–25）：VLM 骨干 + 流匹配动作专家 + 动作分块是当前最优配方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04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2. 四个项目的互补启示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RT 系证明规模与语义涌现；ACT 提供高频精细控制与低成本数据采集范式；π0 给出通用基座+微调的完整工程栈；GR00T 展示数据金字塔与全栈生态打法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3. 工程主线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数据工程占 60% 以上工作量；两阶段训练（预训练+后训练）；动作分块摊销推理延迟；三级评测 + 数据飞轮闭环持续迭代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90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4. 理性判断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与传统控制是互补而非替代；泛化、安全、实时性仍是落地三大挑战；建议以开源基座（openpi/GR00T）+ 自有场景数据微调作为切入路径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80"/>
            <a:ext cx="11247120" cy="5943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93C5FD"/>
                </a:solidFill>
                <a:latin typeface="Noto Sans CJK SC"/>
                <a:ea typeface="Noto Sans CJK SC"/>
              </a:rPr>
              <a:t>参考项目：github.com/MarkFzp/act-plus-plus · NVIDIA/Isaac-GR00T · Physical-Intelligence/openpi · google-research/robotics_transformer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谢 谢 · 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大模型技术分享报告 · 具身智能技术组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